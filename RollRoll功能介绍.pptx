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43500"/>
            <a:ext cx="121920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09728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1554480"/>
            <a:ext cx="2286000" cy="2286000"/>
          </a:xfrm>
          <a:prstGeom prst="ellips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1645920"/>
            <a:ext cx="1371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RollRoll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1371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AI创作平台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lossloop.cn  |  rollroll.art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PC端首页 index.html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移动端首页 mobile.html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AI对话 chat.html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AI写作 writing.html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 voice.html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音乐生成 music.html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 video.html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图片生成 image.html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13258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280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6366F1">
              <a:alpha val="25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技能系统 36+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智能体团队 UI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8B5CF6">
              <a:alpha val="2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Serverless Functions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多节点负载均衡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熔断降级机制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计费系统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0" y="1005840"/>
            <a:ext cx="4114800" cy="3840480"/>
          </a:xfrm>
          <a:prstGeom prst="roundRect">
            <a:avLst>
              <a:gd name="adj" fmla="val 4762"/>
            </a:avLst>
          </a:prstGeom>
          <a:solidFill>
            <a:srgbClr val="A855F7">
              <a:alpha val="25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0" y="1188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消耗记录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VIP管理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极速生成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批量并发处理，秒级出图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05156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43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免费额度每日更新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0" y="105156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143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60120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视频/图片/音频/文案全覆盖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多智能体协同，专业创作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97180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02920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Vercel全球加速，SLA保障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0" y="2971800"/>
            <a:ext cx="41148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60120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全平台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PC/移动端自适应体验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43500"/>
            <a:ext cx="121920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09728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645920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RollRoll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让AI创作更简单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lossloop.cn  |  rollroll.art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RollRoll AI创作平台功能介绍</dc:title>
  <dc:subject>PptxGenJS Presentation</dc:subject>
  <dc:creator>RollRoll Team</dc:creator>
  <cp:lastModifiedBy>RollRoll Team</cp:lastModifiedBy>
  <cp:revision>1</cp:revision>
  <dcterms:created xsi:type="dcterms:W3CDTF">2026-03-19T12:18:50Z</dcterms:created>
  <dcterms:modified xsi:type="dcterms:W3CDTF">2026-03-19T12:18:50Z</dcterms:modified>
</cp:coreProperties>
</file>