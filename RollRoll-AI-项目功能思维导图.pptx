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🎬 RollRoll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2C39A"/>
                </a:solidFill>
              </a:defRPr>
            </a:pPr>
            <a:r>
              <a:t>AI 多媒体创作平台功能全景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Serverless + Vanilla JS +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www.rollroll.art | lossloop.cn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项目总览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</a:defRPr>
            </a:pPr>
            <a:r>
              <a:t>一站式 AI 创意平台：视频生成 • 图像创作 • 音频制作 • 文本写作 • 多智能体协作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Serverless 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Vercel 无服务器函数</a:t>
            </a:r>
            <a:br/>
            <a:r>
              <a:t>按需扩展，零运维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统一认证计费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Supabase 认证 + 存储</a:t>
            </a:r>
            <a:br/>
            <a:r>
              <a:t>两阶段扣费机制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多模型集成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10+ 视频模型</a:t>
            </a:r>
            <a:br/>
            <a:r>
              <a:t>10+ 图像模型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技术栈：前端 (原生JS/CSS) → 后端 (Vercel Functions) → 数据库 (Supabase) → AI模型 (Sora2/Wan/Gemini/MJ等)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📄 页面文件结构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主要入口页面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PC端主页面 - 视频批量生成工作台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mobile.html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移动端主页面 (734KB) - 功能最完整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chat.html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AI聊天界面 - 集成多智能体团队系统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822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功能子页面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18872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banana.html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AI画图工具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video-tools.html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视频工具箱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01168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voice.html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AI配音 (TTS)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42316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music.html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AI音乐生成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83464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writing.html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AI写作工具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246120"/>
            <a:ext cx="457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knolling.html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Knolling拆解图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用户系统页面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auth.html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登录/注册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user.html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用户中心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buy.html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充值购买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welcome-*.html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欢迎页系列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🧩 核心JS模块架构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2743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🎯 技能系统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skill-system.js</a:t>
            </a:r>
            <a:br/>
            <a:r>
              <a:t>• SkillManager 管理器</a:t>
            </a:r>
            <a:br/>
            <a:r>
              <a:t>• 技能注册/执行/取消</a:t>
            </a:r>
            <a:br/>
            <a:r>
              <a:t>• 最大并发3控制</a:t>
            </a:r>
            <a:br/>
            <a:r>
              <a:t>• skill-presets.js</a:t>
            </a:r>
            <a:br/>
            <a:r>
              <a:t>• 100+ 预置技能模板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822960"/>
            <a:ext cx="2743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🤖 多智能体团队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agent-team.js</a:t>
            </a:r>
            <a:br/>
            <a:r>
              <a:t>• ToolRegistry 工具注册</a:t>
            </a:r>
            <a:br/>
            <a:r>
              <a:t>• AgentTeam 协作调度</a:t>
            </a:r>
            <a:br/>
            <a:r>
              <a:t>• agent-roles.js</a:t>
            </a:r>
            <a:br/>
            <a:r>
              <a:t>• 21个专业角色</a:t>
            </a:r>
            <a:br/>
            <a:r>
              <a:t>• 10个预设团队模板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822960"/>
            <a:ext cx="2743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🔌 API核心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api-core.js</a:t>
            </a:r>
            <a:br/>
            <a:r>
              <a:t>• 统一API调用封装</a:t>
            </a:r>
            <a:br/>
            <a:r>
              <a:t>• 视频/图片生成API</a:t>
            </a:r>
            <a:br/>
            <a:r>
              <a:t>• TTS/OCR API</a:t>
            </a:r>
            <a:br/>
            <a:r>
              <a:t>• resilient-api.js</a:t>
            </a:r>
            <a:br/>
            <a:r>
              <a:t>• 负载均衡/熔断降级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34640"/>
            <a:ext cx="4206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🏗️ 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918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billing.js - 两阶段扣费</a:t>
            </a:r>
            <a:br/>
            <a:r>
              <a:t>• task-orchestrator.js - 任务调度器</a:t>
            </a:r>
            <a:br/>
            <a:r>
              <a:t>• supabase-config.js - 认证配置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834640"/>
            <a:ext cx="4206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📚 其他模块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novel-engine.js - 长篇小说引擎</a:t>
            </a:r>
            <a:br/>
            <a:r>
              <a:t>• prompt-templates.js - 100+ 提示词模板</a:t>
            </a:r>
            <a:br/>
            <a:r>
              <a:t>• batch.js - PC端批量工作流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技能系统详解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4114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SkillManager 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register() - 技能注册</a:t>
            </a:r>
            <a:br/>
            <a:r>
              <a:t>• execute() - 执行技能 (进度回调)</a:t>
            </a:r>
            <a:br/>
            <a:r>
              <a:t>• cancel() - 取消执行</a:t>
            </a:r>
            <a:br/>
            <a:r>
              <a:t>• 最大并发控制 (默认3)</a:t>
            </a:r>
            <a:br/>
            <a:r>
              <a:t>• 一次性预扣费机制</a:t>
            </a:r>
            <a:br/>
            <a:r>
              <a:t>• 历史记录 &amp; 收藏功能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822960"/>
            <a:ext cx="4114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SkillUI 界面组件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80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技能卡片列表渲染</a:t>
            </a:r>
            <a:br/>
            <a:r>
              <a:t>• 分类过滤 &amp; 搜索</a:t>
            </a:r>
            <a:br/>
            <a:r>
              <a:t>• 参数表单自动生成</a:t>
            </a:r>
            <a:br/>
            <a:r>
              <a:t>• 支持类型: text/number/textarea/</a:t>
            </a:r>
            <a:br/>
            <a:r>
              <a:t>•   select/checkbox/file/image</a:t>
            </a:r>
            <a:br/>
            <a:r>
              <a:t>• 进度面板显示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技能分类 (7大类)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视频创作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图像创作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文本内容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音频制作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设计工具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实用工具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926080"/>
            <a:ext cx="114300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944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自动化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支持的AI模型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视频: Wan2.6 / Grok Video 3 / Veo 3.1 / Vidu / Kling / Hailuo / LTX-Video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图像: Gemini Flash / Banana / 星梦画师 / MJ / ModelScope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🤖 多智能体团队系统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核心组件架构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5A82"/>
                </a:solidFill>
              </a:defRPr>
            </a:pPr>
            <a:r>
              <a:t>ToolRegistry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工具注册表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映射 tool_id → API函数</a:t>
            </a:r>
            <a:br/>
            <a:r>
              <a:t>20+ 工具能力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5A82"/>
                </a:solidFill>
              </a:defRPr>
            </a:pPr>
            <a:r>
              <a:t>AgentTeam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团队协作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LLM驱动智能调度</a:t>
            </a:r>
            <a:br/>
            <a:r>
              <a:t>并行/串行编排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5A82"/>
                </a:solidFill>
              </a:defRPr>
            </a:pPr>
            <a:r>
              <a:t>AgentUI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交互面板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团队选择/配置/执行</a:t>
            </a:r>
            <a:br/>
            <a:r>
              <a:t>结果展示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21个专业智能体角色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👔 项目总监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✍️ 文案策划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🎨 视觉设计师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🎬 视频制作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💡 品牌顾问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🧸 角色设计师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🎤 配音师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🎥 导演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🖼️ 分镜大师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✏️ 漫画家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🎵 音乐制作人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🧊 3D建模师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10个预设团队模板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品牌全案 | 短视频 | IP设计 | 电商 | 音频制作 | 有声小说 | 漫画创作 | 小说转短剧 | 影视制作 | 混元3D建模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🔌 Serverless API 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API文件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868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功能描述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868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计费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8595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sora2.js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Sora2 视频生成代理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7~14胶片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18488"/>
            <a:ext cx="859536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64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banana2.js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64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Banana2 图片生成代理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4~10胶片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02536"/>
            <a:ext cx="8595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48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yunwu.js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048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云雾AI多模态代理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048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按配置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86584"/>
            <a:ext cx="859536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32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suno.js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4323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Suno 音乐生成代理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8胶片/首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70632"/>
            <a:ext cx="8595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16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modelscope.js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816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ModelScope 免费API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0~3胶片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54680"/>
            <a:ext cx="859536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supabase-proxy.js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数据库/认证代理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38728"/>
            <a:ext cx="8595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proxy.js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584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通用代理 + IP限流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22776"/>
            <a:ext cx="859536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968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</a:defRPr>
            </a:pPr>
            <a:r>
              <a:t>writer-llm.js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39684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写作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胶片计费单位: 1胶片 = 10 units | 通过 /api/supabase-proxy 的 consume/recharge action 实现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💰 统一计费系统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两阶段扣费流程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reserveFilm()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预扣费冻结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128016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17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API调用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执行请求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12801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417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commitFilm()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确认扣费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128016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417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releaseFilm()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释放冻结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</a:defRPr>
            </a:pPr>
            <a:r>
              <a:t>视频模型计费表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41148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27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127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胶片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472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Wan2.6 720p 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4472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49039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76732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Wan2.6 720p 10s 有声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7673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79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08736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Wan2.6 1080p 15s 有声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08736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89120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07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Grok Video 3 6s/15s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4074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5~12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709160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27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Veo 3.1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27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029200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047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Kling 2.5 720p 5s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0474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</a:defRPr>
            </a:pPr>
            <a:r>
              <a:t>TTS配音计费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3108960"/>
            <a:ext cx="393192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3127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引擎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127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胶片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3429000"/>
            <a:ext cx="3931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3447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DubbingX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4472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749039"/>
            <a:ext cx="3931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37673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Kling TTS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7673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069079"/>
            <a:ext cx="3931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408736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Gemini Flash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08736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4389120"/>
            <a:ext cx="3931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0" y="44074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Gemini Pro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44074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🏗️ 基础设施特性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4114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弹性API网关 (resilient-api.js)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负载均衡 - 多节点自动分发</a:t>
            </a:r>
            <a:br/>
            <a:r>
              <a:t>• 熔断机制 - 连续3次失败触发熔断</a:t>
            </a:r>
            <a:br/>
            <a:r>
              <a:t>• 健康检查 - 定期探测节点状态</a:t>
            </a:r>
            <a:br/>
            <a:r>
              <a:t>• 成本优化 - 根据价格选择最优节点</a:t>
            </a:r>
            <a:br/>
            <a:r>
              <a:t>• 智能降级 - 付费→免费自动切换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822960"/>
            <a:ext cx="4114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任务调度器 (task-orchestrator.js)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801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优先级队列 - URGENT/HIGH/NORMAL/LOW</a:t>
            </a:r>
            <a:br/>
            <a:r>
              <a:t>• 智能重试 - 指数退避，最大3次</a:t>
            </a:r>
            <a:br/>
            <a:r>
              <a:t>• 断点续传 - localStorage持久化</a:t>
            </a:r>
            <a:br/>
            <a:r>
              <a:t>• 预估时间 - 基于历史数据动态预估</a:t>
            </a:r>
            <a:br/>
            <a:r>
              <a:t>• 并发控制 - 最大并发3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51760"/>
            <a:ext cx="41148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认证系统 (supabase-config.js)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Supabase Auth 集成</a:t>
            </a:r>
            <a:br/>
            <a:r>
              <a:t>• 本地缓存快速恢复 (30分钟有效)</a:t>
            </a:r>
            <a:br/>
            <a:r>
              <a:t>• 多重存储备份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41148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移动端适配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• 自动跳转移动端 → mobile.html</a:t>
            </a:r>
            <a:br/>
            <a:r>
              <a:t>• 响应式设计</a:t>
            </a:r>
            <a:br/>
            <a:r>
              <a:t>• 触控事件支持 (click + touchend)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🎬 功能全景总结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视频创作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文生视频/图生视频</a:t>
            </a:r>
            <a:br/>
            <a:r>
              <a:t>10+ 模型支持</a:t>
            </a:r>
            <a:br/>
            <a:r>
              <a:t>批量生成队列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图像创作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多模型图片生成</a:t>
            </a:r>
            <a:br/>
            <a:r>
              <a:t>风格迁移/图生图</a:t>
            </a:r>
            <a:br/>
            <a:r>
              <a:t>IP角色设计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音频制作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30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TTS配音(多引擎)</a:t>
            </a:r>
            <a:br/>
            <a:r>
              <a:t>多角色配音</a:t>
            </a:r>
            <a:br/>
            <a:r>
              <a:t>AI音乐生成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文本创作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剧本/文案生成</a:t>
            </a:r>
            <a:br/>
            <a:r>
              <a:t>长篇小说引擎</a:t>
            </a:r>
            <a:br/>
            <a:r>
              <a:t>剧情一致性校验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74320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智能体协作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520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21个专业角色</a:t>
            </a:r>
            <a:br/>
            <a:r>
              <a:t>10个团队模板</a:t>
            </a:r>
            <a:br/>
            <a:r>
              <a:t>自动任务调度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743200"/>
            <a:ext cx="2743200" cy="1554480"/>
          </a:xfrm>
          <a:prstGeom prst="roundRect">
            <a:avLst/>
          </a:prstGeom>
          <a:solidFill>
            <a:srgbClr val="30386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C39A"/>
                </a:solidFill>
              </a:defRPr>
            </a:pPr>
            <a:r>
              <a:t>技能系统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20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100+ 预置技能</a:t>
            </a:r>
            <a:br/>
            <a:r>
              <a:t>自定义技能</a:t>
            </a:r>
            <a:br/>
            <a:r>
              <a:t>进度跟踪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技术栈: 前端(原生JS) + 后端(Vercel Functions) + 数据库(Supabase) + AI(Sora2/Gemini/MJ等)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